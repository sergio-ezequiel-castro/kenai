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-1097280"/>
            <a:ext cx="4572000" cy="4572000"/>
          </a:xfrm>
          <a:prstGeom prst="ellipse">
            <a:avLst/>
          </a:prstGeom>
          <a:solidFill>
            <a:srgbClr val="16355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457200"/>
            <a:ext cx="3200400" cy="3200400"/>
          </a:xfrm>
          <a:prstGeom prst="ellipse">
            <a:avLst/>
          </a:prstGeom>
          <a:solidFill>
            <a:srgbClr val="2E75B6">
              <a:alpha val="25000"/>
            </a:srgbClr>
          </a:solidFill>
          <a:ln w="12700">
            <a:solidFill>
              <a:srgbClr val="D6E4F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640080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1005840"/>
            <a:ext cx="5943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Kenai</a:t>
            </a:r>
            <a:endParaRPr lang="en-US" sz="7200" dirty="0"/>
          </a:p>
        </p:txBody>
      </p:sp>
      <p:sp>
        <p:nvSpPr>
          <p:cNvPr id="7" name="Text 4"/>
          <p:cNvSpPr/>
          <p:nvPr/>
        </p:nvSpPr>
        <p:spPr>
          <a:xfrm>
            <a:off x="457200" y="23774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5D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Asistente Móvil de Mantenimiento Automotriz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457200" y="2926080"/>
            <a:ext cx="3200400" cy="36576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309067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5D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 ·  Análisis de Sistemas  ·  2025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Kenai?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Progressive Web App instalable en el celular que centraliza toda la información técnica de mantenimiento de tu vehículo, sin necesidad de conexión a internet.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5029200" cy="1371600"/>
          </a:xfrm>
          <a:prstGeom prst="rect">
            <a:avLst/>
          </a:prstGeom>
          <a:solidFill>
            <a:srgbClr val="D6E4F0"/>
          </a:solidFill>
          <a:ln w="6350">
            <a:solidFill>
              <a:srgbClr val="A8C4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331720"/>
            <a:ext cx="73152" cy="137160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24231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proyecto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58368" y="2724912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cambiar la distribución de una Toyota Hilux 2015, encontrar la lista exacta de herramientas, torques y pasos tomó más de 45 minutos consultando múltiples fuentes. Kenai resuelve eso.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960120"/>
            <a:ext cx="2286000" cy="3840480"/>
          </a:xfrm>
          <a:prstGeom prst="roundRect">
            <a:avLst>
              <a:gd name="adj" fmla="val 7200"/>
            </a:avLst>
          </a:prstGeom>
          <a:solidFill>
            <a:srgbClr val="1F4E79"/>
          </a:solidFill>
          <a:ln w="25400">
            <a:solidFill>
              <a:srgbClr val="2E75B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82512" y="1207008"/>
            <a:ext cx="1956816" cy="3364992"/>
          </a:xfrm>
          <a:prstGeom prst="roundRect">
            <a:avLst>
              <a:gd name="adj" fmla="val 3738"/>
            </a:avLst>
          </a:prstGeom>
          <a:solidFill>
            <a:srgbClr val="163556"/>
          </a:solidFill>
          <a:ln w="12700">
            <a:solidFill>
              <a:srgbClr val="16355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82512" y="1207008"/>
            <a:ext cx="1956816" cy="50292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82512" y="1207008"/>
            <a:ext cx="1956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Kenai</a:t>
            </a:r>
            <a:endParaRPr lang="en-US" sz="14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920240"/>
            <a:ext cx="1005840" cy="100584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382512" y="420624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5D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63556"/>
          </a:solidFill>
          <a:ln w="12700">
            <a:solidFill>
              <a:srgbClr val="16355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y Alcance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D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principal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una PWA instalable en celulares que centralice información técnica de mantenimiento automotriz, con foco en la Toyota Hilux 2015.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6052" y="2377440"/>
            <a:ext cx="1920240" cy="1691640"/>
          </a:xfrm>
          <a:prstGeom prst="rect">
            <a:avLst/>
          </a:prstGeom>
          <a:solidFill>
            <a:srgbClr val="163556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16052" y="2377440"/>
            <a:ext cx="1920240" cy="7315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578608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16052" y="3163824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Buscador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07492" y="349300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5D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5D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torques y pasos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546604" y="2377440"/>
            <a:ext cx="1920240" cy="1691640"/>
          </a:xfrm>
          <a:prstGeom prst="rect">
            <a:avLst/>
          </a:prstGeom>
          <a:solidFill>
            <a:srgbClr val="163556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546604" y="2377440"/>
            <a:ext cx="1920240" cy="7315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0692" y="2578608"/>
            <a:ext cx="502920" cy="5029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546604" y="3163824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2638044" y="349300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5D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5D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realizados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677156" y="2377440"/>
            <a:ext cx="1920240" cy="1691640"/>
          </a:xfrm>
          <a:prstGeom prst="rect">
            <a:avLst/>
          </a:prstGeom>
          <a:solidFill>
            <a:srgbClr val="163556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677156" y="2377440"/>
            <a:ext cx="1920240" cy="7315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1244" y="2578608"/>
            <a:ext cx="502920" cy="5029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677156" y="3163824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4768596" y="349300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5D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 por km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5D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6807708" y="2377440"/>
            <a:ext cx="1920240" cy="1691640"/>
          </a:xfrm>
          <a:prstGeom prst="rect">
            <a:avLst/>
          </a:prstGeom>
          <a:solidFill>
            <a:srgbClr val="163556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807708" y="2377440"/>
            <a:ext cx="1920240" cy="7315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1796" y="2578608"/>
            <a:ext cx="502920" cy="5029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807708" y="3163824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6899148" y="349300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5D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conexión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5D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internet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3931920" cy="38404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09728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572768"/>
            <a:ext cx="39319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A8C4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8912" y="1609344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33856" y="1609344"/>
            <a:ext cx="3090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 del vehículo (marca, modelo, km)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2093976"/>
            <a:ext cx="3931920" cy="438912"/>
          </a:xfrm>
          <a:prstGeom prst="rect">
            <a:avLst/>
          </a:prstGeom>
          <a:solidFill>
            <a:srgbClr val="F2F8FC"/>
          </a:solidFill>
          <a:ln w="6350">
            <a:solidFill>
              <a:srgbClr val="A8C4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" y="2130552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RF-02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33856" y="2130552"/>
            <a:ext cx="3090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tarea → ver herramientas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2615184"/>
            <a:ext cx="39319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A8C4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2651760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RF-03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33856" y="2651760"/>
            <a:ext cx="3090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Torques y pasos por tarea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3136392"/>
            <a:ext cx="3931920" cy="438912"/>
          </a:xfrm>
          <a:prstGeom prst="rect">
            <a:avLst/>
          </a:prstGeom>
          <a:solidFill>
            <a:srgbClr val="F2F8FC"/>
          </a:solidFill>
          <a:ln w="6350">
            <a:solidFill>
              <a:srgbClr val="A8C4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8912" y="3172968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RF-04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33856" y="3172968"/>
            <a:ext cx="3090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servicio realizado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5760" y="3657600"/>
            <a:ext cx="39319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A8C4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8912" y="3694176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RF-05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33856" y="3694176"/>
            <a:ext cx="3090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ordenado por fecha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4178808"/>
            <a:ext cx="3931920" cy="438912"/>
          </a:xfrm>
          <a:prstGeom prst="rect">
            <a:avLst/>
          </a:prstGeom>
          <a:solidFill>
            <a:srgbClr val="F2F8FC"/>
          </a:solidFill>
          <a:ln w="6350">
            <a:solidFill>
              <a:srgbClr val="A8C4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912" y="4215384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RF-06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33856" y="4215384"/>
            <a:ext cx="3090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 por km próximo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46320" y="1097280"/>
            <a:ext cx="3931920" cy="38404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0" y="109728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Funcionales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846320" y="1572768"/>
            <a:ext cx="39319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A8C4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56048" y="160934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Carga &lt; 2 seg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846320" y="2093976"/>
            <a:ext cx="3931920" cy="438912"/>
          </a:xfrm>
          <a:prstGeom prst="rect">
            <a:avLst/>
          </a:prstGeom>
          <a:solidFill>
            <a:srgbClr val="F2F8FC"/>
          </a:solidFill>
          <a:ln w="6350">
            <a:solidFill>
              <a:srgbClr val="A8C4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56048" y="213055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Responsiva desde 320px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46320" y="2615184"/>
            <a:ext cx="39319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A8C4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56048" y="265176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Chrome, Firefox, Edge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846320" y="3136392"/>
            <a:ext cx="3931920" cy="438912"/>
          </a:xfrm>
          <a:prstGeom prst="rect">
            <a:avLst/>
          </a:prstGeom>
          <a:solidFill>
            <a:srgbClr val="F2F8FC"/>
          </a:solidFill>
          <a:ln w="6350">
            <a:solidFill>
              <a:srgbClr val="A8C4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56048" y="317296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Sin registro de usuario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846320" y="3657600"/>
            <a:ext cx="39319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A8C4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56048" y="3694176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  Datos solo en localStorage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846320" y="4178808"/>
            <a:ext cx="3931920" cy="438912"/>
          </a:xfrm>
          <a:prstGeom prst="rect">
            <a:avLst/>
          </a:prstGeom>
          <a:solidFill>
            <a:srgbClr val="F2F8FC"/>
          </a:solidFill>
          <a:ln w="6350">
            <a:solidFill>
              <a:srgbClr val="A8C4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56048" y="421538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Info verificada con manual Toyota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63556"/>
          </a:solidFill>
          <a:ln w="12700">
            <a:solidFill>
              <a:srgbClr val="16355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457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de Procesos de Negocio (BPMN)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82880" y="9601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5D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1 — Consulta de herramientas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709160" y="9601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5D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2 — Registro de servicio</a:t>
            </a:r>
            <a:endParaRPr lang="en-US" sz="10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1280160"/>
            <a:ext cx="4181015" cy="3566160"/>
          </a:xfrm>
          <a:prstGeom prst="rect">
            <a:avLst/>
          </a:prstGeom>
        </p:spPr>
      </p:pic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280160"/>
            <a:ext cx="4041648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 y Límites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1430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tecnológico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508760"/>
            <a:ext cx="54864" cy="34747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5087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+ CSS3 + JavaScript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2075688"/>
            <a:ext cx="54864" cy="34747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07568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localStorage (persistencia)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642616"/>
            <a:ext cx="54864" cy="34747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64261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manifest.json + Service Worker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3209544"/>
            <a:ext cx="54864" cy="34747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20954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Pages (deploy gratuito)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26280" y="1097280"/>
            <a:ext cx="36576" cy="3566160"/>
          </a:xfrm>
          <a:prstGeom prst="rect">
            <a:avLst/>
          </a:prstGeom>
          <a:solidFill>
            <a:srgbClr val="A8C4DC"/>
          </a:solidFill>
          <a:ln w="12700">
            <a:solidFill>
              <a:srgbClr val="A8C4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Límites del sistema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800600" y="1591056"/>
            <a:ext cx="182880" cy="182880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02352" y="15087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backend ni base de datos externa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00600" y="2157984"/>
            <a:ext cx="182880" cy="182880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02352" y="207568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cubre todas las marcas/modelos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800600" y="2724912"/>
            <a:ext cx="182880" cy="182880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02352" y="264261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diagnostica fallas (solo informativa)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800600" y="3291840"/>
            <a:ext cx="182880" cy="182880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02352" y="320954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app nativa de tienda (es PWA)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2926080"/>
            <a:ext cx="4754880" cy="4754880"/>
          </a:xfrm>
          <a:prstGeom prst="ellipse">
            <a:avLst/>
          </a:prstGeom>
          <a:solidFill>
            <a:srgbClr val="16355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-1645920"/>
            <a:ext cx="3840480" cy="3840480"/>
          </a:xfrm>
          <a:prstGeom prst="ellipse">
            <a:avLst/>
          </a:prstGeom>
          <a:solidFill>
            <a:srgbClr val="2E75B6">
              <a:alpha val="20000"/>
            </a:srgbClr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9144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Kenai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5D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Asistente Móvil de Mantenimiento Automotriz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200400" y="2880360"/>
            <a:ext cx="2743200" cy="36576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063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github.com/Sergio-Ezequiel-Castro/kenai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4389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5D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Sistemas  ·  2025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Kenai — Asistente de Mantenimiento Automotriz</dc:title>
  <dc:subject>PptxGenJS Presentation</dc:subject>
  <dc:creator>PptxGenJS</dc:creator>
  <cp:lastModifiedBy>PptxGenJS</cp:lastModifiedBy>
  <cp:revision>1</cp:revision>
  <dcterms:created xsi:type="dcterms:W3CDTF">2026-05-11T23:55:07Z</dcterms:created>
  <dcterms:modified xsi:type="dcterms:W3CDTF">2026-05-11T23:55:07Z</dcterms:modified>
</cp:coreProperties>
</file>
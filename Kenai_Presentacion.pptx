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50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D6E4F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400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Móvil de Mantenimiento Automotriz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32004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 ·  </a:t>
            </a:r>
            <a:r>
              <a:rPr lang="en-US" sz="1300" dirty="0" err="1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r>
              <a:rPr lang="en-US" sz="13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</a:t>
            </a:r>
            <a:r>
              <a:rPr lang="en-US" sz="13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II ·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Kenai?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Progressive Web App instalable en el celular que centraliza toda la información técnica de mantenimiento de tu vehículo, sin necesidad de conexión a internet.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029200" cy="1371600"/>
          </a:xfrm>
          <a:prstGeom prst="rect">
            <a:avLst/>
          </a:prstGeom>
          <a:solidFill>
            <a:srgbClr val="D6E4F0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del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cambiar la distribución de una Toyota Hilux 2015, encontrar la lista exacta de herramientas, torques y pasos tomó más de 45 minutos consultando múltiples fuentes. Kenai resuelve 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2286000" cy="3840480"/>
          </a:xfrm>
          <a:prstGeom prst="roundRect">
            <a:avLst>
              <a:gd name="adj" fmla="val 7200"/>
            </a:avLst>
          </a:prstGeom>
          <a:solidFill>
            <a:srgbClr val="1F4E79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207008"/>
            <a:ext cx="1956816" cy="3364992"/>
          </a:xfrm>
          <a:prstGeom prst="roundRect">
            <a:avLst>
              <a:gd name="adj" fmla="val 3738"/>
            </a:avLst>
          </a:prstGeom>
          <a:solidFill>
            <a:srgbClr val="163556"/>
          </a:solidFill>
          <a:ln w="12700">
            <a:solidFill>
              <a:srgbClr val="1635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207008"/>
            <a:ext cx="1956816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20700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20240"/>
            <a:ext cx="1005840" cy="1005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82512" y="4206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3556"/>
          </a:solidFill>
          <a:ln w="12700">
            <a:solidFill>
              <a:srgbClr val="1635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PWA instalable en celulares que centralice información técnica de mantenimiento automotriz, con foco en la Toyota Hilux 2015.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" y="2377440"/>
            <a:ext cx="1920240" cy="1691640"/>
          </a:xfrm>
          <a:prstGeom prst="rect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6052" y="2377440"/>
            <a:ext cx="19202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5786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6052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7492" y="3493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torques y pasos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46604" y="2377440"/>
            <a:ext cx="1920240" cy="1691640"/>
          </a:xfrm>
          <a:prstGeom prst="rect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6604" y="2377440"/>
            <a:ext cx="19202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692" y="257860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6604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38044" y="3493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77156" y="2377440"/>
            <a:ext cx="1920240" cy="1691640"/>
          </a:xfrm>
          <a:prstGeom prst="rect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77156" y="2377440"/>
            <a:ext cx="19202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44" y="257860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77156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68596" y="3493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por km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07708" y="2377440"/>
            <a:ext cx="1920240" cy="1691640"/>
          </a:xfrm>
          <a:prstGeom prst="rect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7708" y="2377440"/>
            <a:ext cx="192024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796" y="2578608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07708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99148" y="3493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0934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" y="160934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vehículo (marca, modelo, km)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93976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05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3856" y="213055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tarea → ver herramientas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651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265176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Torques y pasos por tarea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36392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729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" y="317296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servicio realizado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6941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" y="369417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ordenado por fecha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21538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" y="421538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por km próximo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393192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72768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609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Carga &lt; 2 seg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093976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Responsiva desde 320px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615184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Chrome, Firefox, Edge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136392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Sin registro de usuario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65760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Datos solo en localStorage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4178808"/>
            <a:ext cx="3931920" cy="438912"/>
          </a:xfrm>
          <a:prstGeom prst="rect">
            <a:avLst/>
          </a:prstGeom>
          <a:solidFill>
            <a:srgbClr val="F2F8FC"/>
          </a:solidFill>
          <a:ln w="6350">
            <a:solidFill>
              <a:srgbClr val="A8C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215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Info verificada con manual Toyota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3556"/>
          </a:solidFill>
          <a:ln w="12700">
            <a:solidFill>
              <a:srgbClr val="1635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Procesos de Negocio (BPMN)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 — Consulta de herramientas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0916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2 — Registro de servicio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80160"/>
            <a:ext cx="4181015" cy="35661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80160"/>
            <a:ext cx="404164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Límites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486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75688"/>
            <a:ext cx="5486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75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(persistencia)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42616"/>
            <a:ext cx="5486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42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+ Service Worker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09544"/>
            <a:ext cx="5486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9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(deploy gratuito)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097280"/>
            <a:ext cx="36576" cy="3566160"/>
          </a:xfrm>
          <a:prstGeom prst="rect">
            <a:avLst/>
          </a:prstGeom>
          <a:solidFill>
            <a:srgbClr val="A8C4DC"/>
          </a:solidFill>
          <a:ln w="12700">
            <a:solidFill>
              <a:srgbClr val="A8C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del sistema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591056"/>
            <a:ext cx="182880" cy="1828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backend ni base de datos externa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157984"/>
            <a:ext cx="182880" cy="1828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075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cubre todas las marcas/modelos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724912"/>
            <a:ext cx="182880" cy="1828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642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diagnostica fallas (solo informativa)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291840"/>
            <a:ext cx="182880" cy="1828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209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app nativa de tienda (es PWA)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754880" cy="4754880"/>
          </a:xfrm>
          <a:prstGeom prst="ellipse">
            <a:avLst/>
          </a:prstGeom>
          <a:solidFill>
            <a:srgbClr val="16355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645920"/>
            <a:ext cx="3840480" cy="384048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Móvil de Mantenimiento Automotriz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github.com/Sergio-Ezequiel-Castro/kenai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Sistemas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Presentación en pantalla (16:9)</PresentationFormat>
  <Paragraphs>70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Kenai — Asistente de Mantenimiento Automotriz</dc:title>
  <dc:subject>PptxGenJS Presentation</dc:subject>
  <dc:creator>PptxGenJS</dc:creator>
  <cp:lastModifiedBy>inner animal</cp:lastModifiedBy>
  <cp:revision>2</cp:revision>
  <dcterms:created xsi:type="dcterms:W3CDTF">2026-05-11T23:55:07Z</dcterms:created>
  <dcterms:modified xsi:type="dcterms:W3CDTF">2026-05-12T00:04:43Z</dcterms:modified>
</cp:coreProperties>
</file>